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56692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We do not classify traffic — we learn how a network's state evolves, then run that model forward to see where a host is heading.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2029967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1148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Traffic → 60-second windows; each becomes a 39-feature snapshot of one host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 world model learns the transition: what state usually follows this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Stop feeding it traffic — it generates the next 10 states on its own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Each imagined state is scored: infiltration risk + MITRE ATT&amp;CK stage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251960" y="2029967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425196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Answers “where is this host heading”, not “was that flow bad”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10-minute lookahead — acts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Flow-level and packet-level features together: TTL variance, TCP window, retransmissions, scan signatures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Every alert carries three explanations — no black box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8092440" y="2029967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809244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World model, not a classifier — the heads read the latent state, so they still work on imagined states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Provable: an imagination-only loss yields zero encoder gradient (asserted in our test suite)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stages derived from CTU-13's own flow annotations, not hand-waved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Runs fully offline on CPU — 138k parameters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11480" y="5522976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Working prototype today  •  258,229 network states from all 13 CTU-13 captures  •  28 of 30 infected hosts flagged at 4.9% false alarms •  transfers to unseen malware families  •  runs offline on CPU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Ingest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NetFlow / PCAP
(Scapy)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2090928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2356104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Feature extraction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39 flow + 23 packet
features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4035552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300728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Network state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60-second
(host, window) cells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5980176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245352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World model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Encoder → GRU →
prior / posterior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7924800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8189976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Forward simulation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10 imagined states
+ uncertainty band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9869424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1013460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Decision support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Risk • ATT&amp;CK stage
• explanations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2423160"/>
            <a:ext cx="365760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Technologies Used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411480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Python 3.13, PyTorch (CPU-only)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Scapy — raw PCAP parsing, flow reconstruction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pandas / NumPy — vectorised feature pipeline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scikit-learn — baselines and metrics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FastAPI + zero-dependency HTML dashboard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100% open source • no cloud, no external API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70248" y="2423160"/>
            <a:ext cx="365760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Model — Recurrent State-Space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70248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Encoder compresses each window into a latent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GRU carries context; a prior predicts the next latent without seeing traffic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Decoder reconstructs traffic, so the latent must encode real network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Trained on its own rollouts, so multi-step forecasting is learned, not hoped for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Causal attention — masked so no step sees its future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8129015" y="2423160"/>
            <a:ext cx="365760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Methodology and Validation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129015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Dataset: CTU-13 (13 real botnet captures, CC BY)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Split by time, never randomly — train on each capture's past, test on its future, with a guard band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Baselines given identical features, scaler and labels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Deterministic inference + seeded rollouts — the benchmark reproduces byte for byte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Test suites for model shapes and PCAP header parsing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632704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Offline dashboard: minute-by-minute replay of the forecast  •  kill-chain timeline  •  network topology  •  three explanation channels per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Feasibility — where the model actually wins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11480" y="1792224"/>
          <a:ext cx="5623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00584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 forecast, macro-F1 by 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“assume 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Detection F1: 0.979 vs 0.977 — a tie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411480" y="3346704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Why it is deployable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11480" y="3675888"/>
            <a:ext cx="5623560" cy="25237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Runs on a laptop CPU — no GPU, no cloud, no licence cost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Consumes NetFlow/IPFIX that enterprises already export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Sub-second triage of a full capture after first load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Fully offline — suitable for air-gapped Critical Information Infrastructure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MITRE stage macro-F1 0.537 vs 0.453 for the baseline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Transfers to unseen malware families — trained on Neris and Rbot, F1 0.874 and ROC-AUC 0.982 on Virut and Murlo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Replay reconstructs what the model knew at every minute, so an analyst can audit a decision after the fact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1298448"/>
            <a:ext cx="5394959" cy="3291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Potential Challenges and Risks  →  Our Mitigation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1627631"/>
            <a:ext cx="5394959" cy="213969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Label leak through metadata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available PCAP held only botnet traffic, so a “packet data present” flag became a perfect label proxy → detected it, removed it; F1 rose 0.23 → 0.98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Detection is no better than logistic regression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0.979 vs 0.977. An earlier 0.984-vs-0.744 gap was an artefact of a test split whose positives came from one host → the model earns its place on forecasting, not detection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Short-burst compromise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risk head needs sustained activity → the unsupervised surprise channel covers that gap; triage flags on either, catching 28 of 30 hosts at 4.9% false alarms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Stage forecasting does not cross families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Detection transfers to unseen malware, progression does not — reported, not hidden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3858768"/>
            <a:ext cx="5394959" cy="256032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Live output — the compromised host and its malicious fan-out</a:t>
            </a:r>
          </a:p>
        </p:txBody>
      </p:sp>
      <p:pic>
        <p:nvPicPr>
          <p:cNvPr id="17418" name="Picture 17417" descr="topology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178807"/>
            <a:ext cx="5394959" cy="202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51206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956815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Who Benefits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SOC analysts — a ranked queue instead of an alert flood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Critical Information Infrastructure: power, banking, telecom, transport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CERT-In and national response teams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Enterprises already exporting NetFlow, with no new hardware to buy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956815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Operational Benefits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5196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Up to 10 minutes of warning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False positive rate 0.000 on the held-out period — analyst time is not wasted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Replay lets an analyst rewind an incident minute by minute and see what the model knew, when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Explanations make alerts auditable and challengeable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 names map onto existing playbooks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092440" y="1956815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Strategic and Economic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809244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Fully indigenous, open-source — no foreign vendor dependency for national infrastructure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Zero licence cost; runs on existing hardware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Air-gap friendly — nothing leaves the network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Earlier detection cuts breach cost, downtime and data loss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5358384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Datasets and Knowledge Bases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148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CTU-13 Dataset — Stratosphere IPS, CTU Prague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García et al., “An empirical comparison of botnet detection methods”, Computers &amp; Security, 2014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mcfp.felk.cvut.cz/publicDatasets/CTU-13-Dataset/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MITRE ATT&amp;CK Enterprise Matrix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Tactics TA0043, TA0001, TA0008, TA0011, TA0010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attack.mitre.org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CIC-IDS2017 / CSE-CIC-IDS2018 — UNB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Reviewed; access now gated behind registration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NCIIPC — nciipc.gov.in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537960" y="1298448"/>
            <a:ext cx="562356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Methods and Literature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53796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World models / latent dynamics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 &amp; Schmidhuber, “World Models”, NeurIPS 2018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“Learning Latent Dynamics for Planning from Pixels” (PlaNet/RSSM), ICML 2019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“Dream to Control” (Dreamer), ICLR 2020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Explainability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Sundararajan et al., “Axiomatic Attribution for Deep Networks” (Integrated Gradients), ICML 2017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Vaswani et al., “Attention Is All You Need”, NeurIPS 2017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Tools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Scapy • PyTorch • scikit-learn • FastAPI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